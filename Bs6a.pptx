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بَسطة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التسوق التي كنت تبحث عنها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نجمع لك الجودة والسعر والخدمة في مكان واحد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تسوق سهل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40233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49040" y="4572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جودة مضمونة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40233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4572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توصيل سريع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نحن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EAF4F9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بَسطة هي منصة تسوق إلكترونية أردنية تجمع الجودة والسعر المناسب والخدمة الاحترافية في مكان واحد. نؤمن بأن المستهلك الأردني يستحق تجربة رقمية مصممة لاحتياجاته المحلية.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377440"/>
            <a:ext cx="548640" cy="548640"/>
          </a:xfrm>
          <a:prstGeom prst="ellipse">
            <a:avLst/>
          </a:prstGeom>
          <a:solidFill>
            <a:srgbClr val="1A6B8A">
              <a:alpha val="15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تسوق سهل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بسيطة وسلسة تجعل الشراء ممتعاً وسريعاً بلا تعقيد.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377440"/>
            <a:ext cx="548640" cy="548640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جودة مضمونة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نختار بعناية كل منتج على منصتنا لضمان رضاك التام.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5603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2377440"/>
            <a:ext cx="548640" cy="548640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7220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توصيل سريع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429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شراكات مع أبرز شركات الشحن في الأردن لوصول آمن وسريع.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قيمنا: الشفافية في الأسعار ◆ الابتكار المستمر ◆ دعم المجتمع الأردني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C5E7A"/>
          </a:solidFill>
          <a:ln w="12700">
            <a:solidFill>
              <a:srgbClr val="1C5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رؤيتنا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"نؤمن بأن التجارة الإلكترونية في الأردن قادرة على تحقيق نقلة نوعية في الاقتصاد الوطني."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3D52"/>
          </a:solidFill>
          <a:ln w="12700">
            <a:solidFill>
              <a:srgbClr val="1A5C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تمكين التجار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نوفر للتجار الأردنيين أدوات ذكية لإدارة متاجرهم وزيادة دخلهم بشكل مستدام.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3D52"/>
          </a:solidFill>
          <a:ln w="12700">
            <a:solidFill>
              <a:srgbClr val="1A5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تيسير العملاء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606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نضمن لكل عميل وصولاً سهلاً وآمناً لأفضل المنتجات بأسعار تنافسية.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أهدافنا الاستراتيجية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320040" cy="320040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4114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المنصة الأولى في الأردن من حيث ثقة المتسوقين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320040" cy="320040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بيئة تجارية عادلة لصغار التجار والمشاريع الناشئة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160520"/>
            <a:ext cx="320040" cy="320040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4114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التحول الرقمي للمملكة الأردنية الهاشمية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617720"/>
            <a:ext cx="320040" cy="320040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4572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التوسع لجميع محافظات المملكة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الأسئلة الشائعة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ما هي بَسطة؟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منصة تسوق إلكترونية أردنية تجمع الجودة والسعر والخدمة.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188720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كيف أشتري؟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اختر المنتج، أضفه للسلة، وأكمل الدفع — ستصلك رسالة تأكيد فوراً.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87168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871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طرق الدفع المتاحة؟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986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نقداً عند الاستلام، بطاقات Visa/Mastercard، محافظ إلكترونية.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95728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487168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8716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هل يمكن إرجاع المنتج؟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986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نعم، خلال 7 أيام للمنتجات غير المستخدمة بغلافها الأصلي.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85616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8561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كيف أتابع طلبي؟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9709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ستصلك رسالة برقم التتبع بعد التأكيد للمتابعة عبر شركة الشحن.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94176"/>
            <a:ext cx="4251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785616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1A6B8A">
              <a:alpha val="12000"/>
            </a:srgbClr>
          </a:solidFill>
          <a:ln w="3810">
            <a:solidFill>
              <a:srgbClr val="1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8561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س: هل تشحنون لجميع المحافظات؟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19709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ج: نعم، نغطي جميع محافظات المملكة الأردنية الهاشمية.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طرق الشحن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AF4F9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نعمل مع كبرى شركات الشحن في الأردن. مدة التوصيل المعتادة 1 إلى 3 أيام عمل.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060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أرامكس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أوسع شبكات الشحن في الأردن والمنطقة، مع دعم 24/7.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توصيل سريع · تتبع مباشر · تغطية واسعة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6060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سبيدكس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4505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شركة أردنية رائدة تغطي جميع المحافظات بكفاءة عالية.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أردني · تغطية شاملة · أسعار مناسبة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0299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شركاء آخرون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45059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نتعاون مع شركاء إضافيين لضمان أفضل خيار حسب موقعك.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31546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مرونة عالية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نوع التوصيل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التكلفة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301752"/>
          </a:xfrm>
          <a:prstGeom prst="rect">
            <a:avLst/>
          </a:prstGeom>
          <a:solidFill>
            <a:srgbClr val="F0F7FA"/>
          </a:solidFill>
          <a:ln w="3810">
            <a:solidFill>
              <a:srgbClr val="D5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التوصيل العادي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4160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أيام عمل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1605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دنانير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62272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62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التوصيل السريع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4462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يوم عمل واحد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4462272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دنانير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764024"/>
            <a:ext cx="8412480" cy="301752"/>
          </a:xfrm>
          <a:prstGeom prst="rect">
            <a:avLst/>
          </a:prstGeom>
          <a:solidFill>
            <a:srgbClr val="F0F7FA"/>
          </a:solidFill>
          <a:ln w="3810">
            <a:solidFill>
              <a:srgbClr val="D5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6402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 مجاني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476402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طلبات +50 دينار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476402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مجاناً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الدعم الفني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5608" y="1188720"/>
            <a:ext cx="566928" cy="566928"/>
          </a:xfrm>
          <a:prstGeom prst="ellipse">
            <a:avLst/>
          </a:prstGeom>
          <a:solidFill>
            <a:srgbClr val="1A6B8A">
              <a:alpha val="15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170432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الهاتف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0798951212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أحد – خميس، 9ص–6م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88536" y="1188720"/>
            <a:ext cx="566928" cy="566928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1170432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البريد الإلكتروني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194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Bs6a@info.com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5420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رد خلال 24 ساعة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41464" y="1188720"/>
            <a:ext cx="566928" cy="566928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1170432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63056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واتساب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21945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محادثة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056" y="25420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رد سريع خلال دقائق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مواضيع الدعم الشائعة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9FCFE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557016"/>
            <a:ext cx="347472" cy="347472"/>
          </a:xfrm>
          <a:prstGeom prst="ellipse">
            <a:avLst/>
          </a:prstGeom>
          <a:solidFill>
            <a:srgbClr val="1A6B8A">
              <a:alpha val="15000"/>
            </a:srgbClr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4747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الطلبات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7490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أرسل رقم الطلب وسنتابعه فوراً.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40156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9FCFE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557016"/>
            <a:ext cx="347472" cy="347472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0952" y="347472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الإرجاع والاستبدال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37490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7 أيام بدون تعقيد.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13308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9FCFE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" y="4288536"/>
            <a:ext cx="347472" cy="347472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" y="42062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مشاكل الدفع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6112" y="448056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نحلها في أقل وقت ممكن.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00600" y="413308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F9FCFE"/>
          </a:solidFill>
          <a:ln w="635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10328" y="4288536"/>
            <a:ext cx="347472" cy="347472"/>
          </a:xfrm>
          <a:prstGeom prst="ellipse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30952" y="4206240"/>
            <a:ext cx="3602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التجار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30952" y="448056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قناة مخصصة لإدارة المتاجر.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تواصل معنا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163D52"/>
          </a:solidFill>
          <a:ln w="12700">
            <a:solidFill>
              <a:srgbClr val="1A5C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258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1399032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الهاتف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746504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0798951212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04872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163D52"/>
          </a:solidFill>
          <a:ln w="12700">
            <a:solidFill>
              <a:srgbClr val="1A5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0487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✉️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478024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البريد الإلكتروني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825496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Bs6a@info.com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483864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163D52"/>
          </a:solidFill>
          <a:ln w="12700">
            <a:solidFill>
              <a:srgbClr val="1A5C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83864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3557016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أوقات العمل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904488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أحد – خميس  9ص – 6م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تابعنا على  𝕏  📷  Instagram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بَسطة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نجمع لك الجودة والسعر والخدمة في مكان واحد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0798951212  |  Bs6a@info.com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بَسطة — جميع الحقوق محفوظة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بَسطة</dc:title>
  <dc:subject>PptxGenJS Presentation</dc:subject>
  <dc:creator>بَسطة</dc:creator>
  <cp:lastModifiedBy>بَسطة</cp:lastModifiedBy>
  <cp:revision>1</cp:revision>
  <dcterms:created xsi:type="dcterms:W3CDTF">2026-06-17T08:19:21Z</dcterms:created>
  <dcterms:modified xsi:type="dcterms:W3CDTF">2026-06-17T08:19:21Z</dcterms:modified>
</cp:coreProperties>
</file>